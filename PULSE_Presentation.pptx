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703923" cy="6858000"/>
          </a:xfrm>
          <a:prstGeom prst="rect">
            <a:avLst/>
          </a:prstGeom>
          <a:solidFill>
            <a:srgbClr val="10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3923" y="0"/>
            <a:ext cx="5485028" cy="6858000"/>
          </a:xfrm>
          <a:prstGeom prst="rect">
            <a:avLst/>
          </a:prstGeom>
          <a:solidFill>
            <a:srgbClr val="0E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6C63FF"/>
                </a:solidFill>
              </a:rPr>
              <a:t>PULSE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D4FF"/>
                </a:solidFill>
              </a:rPr>
              <a:t>Predictive Unified Log &amp; Surveillance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AI-Powered ATM &amp; Payment Channel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860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Real-time monitoring
AI root cause analysis
Autonomous self-healing
Multilingual notifications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1371600" cy="2926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AI-Native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4114800"/>
            <a:ext cx="1371600" cy="2926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4114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Real-Time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4114800"/>
            <a:ext cx="137160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114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Self-Healing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India's ATM network is failing silently — at massive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743200" cy="14630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7432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444"/>
                </a:solidFill>
              </a:rPr>
              <a:t>2.5 Lakh+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ATMs across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743200" cy="14630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71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~30%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Experience monthly faults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2743200" cy="14630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27432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4444"/>
                </a:solidFill>
              </a:rPr>
              <a:t>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Average fault-to-fix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280160"/>
            <a:ext cx="2743200" cy="14630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280160"/>
            <a:ext cx="27432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3716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₹1000 Cr+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Annual downtime losses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Current Pain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429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✗  No real-time visibility — operators learn of failures from customer complaints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429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✗  Manual log analysis — engineers sift through thousands of log lines daily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2900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✗  Reactive, not predictive — faults are fixed AFTER customers are already impacted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✗  Language barrier — customer notifications sent in English only to non-English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0233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✗  Slow escalation — average 2–4 hours from fault detection to resolution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02336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✗  No automated remediation — every fix requires a field engineer or manual restart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Market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The scale of India's digital payment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13258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2.5 Lakh+ ATMs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Deployed across urban &amp; rural India (RBI 2024)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13258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₹37 Lakh Cr/year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Cash withdrawn from ATMs annually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5486400" cy="13258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UPI + Card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10 billion+ monthly transactions across payment channels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88920"/>
            <a:ext cx="5486400" cy="13258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788920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100+ banks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3375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Operating independent ATM networks with no unified monitoring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97679"/>
            <a:ext cx="5486400" cy="13258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97679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3891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Multilingual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1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22 official languages — most bank apps support only English/Hindi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97679"/>
            <a:ext cx="5486400" cy="13258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297679"/>
            <a:ext cx="54864" cy="13258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Rural penetration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46319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40% of ATMs in tier-3 and below towns — highest failure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Our Solution —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Detect → Classify → Heal → Notify, all in &lt; 2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103120" cy="13716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21031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63FF"/>
                </a:solidFill>
              </a:rPr>
              <a:t>📥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ATM logs stream in via REST API in real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828800"/>
            <a:ext cx="2103120" cy="13716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828800"/>
            <a:ext cx="21031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🤖 Classify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FastAPI AI classifies root cause with confidence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828800"/>
            <a:ext cx="2103120" cy="13716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828800"/>
            <a:ext cx="2103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🚨 Incident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Incident auto-created if confidence ≥ 65% on ERROR/CRITICAL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1828800"/>
            <a:ext cx="2103120" cy="13716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0" y="1828800"/>
            <a:ext cx="2103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</a:rPr>
              <a:t>🔧 Self-Heal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Automated remediation action triggered instantly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3317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75520" y="1828800"/>
            <a:ext cx="2103120" cy="13716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0" y="1828800"/>
            <a:ext cx="210312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63FF"/>
                </a:solidFill>
              </a:rPr>
              <a:t>📱 Notify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3317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Multilingual SMS to affected customers (8 languages)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57600"/>
            <a:ext cx="274320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C63FF"/>
                </a:solidFill>
              </a:rPr>
              <a:t>&lt; 2 seconds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End-to-end pipeline latency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657600"/>
            <a:ext cx="274320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C63FF"/>
                </a:solidFill>
              </a:rPr>
              <a:t>8 languages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Customer notifications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657600"/>
            <a:ext cx="274320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C63FF"/>
                </a:solidFill>
              </a:rPr>
              <a:t>0 human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For remediable faults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3657600"/>
            <a:ext cx="274320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3703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C63FF"/>
                </a:solidFill>
              </a:rPr>
              <a:t>3 AI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544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Classify · Predict · Detect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PULSE handles the entire lifecycle automatically — from first log to customer notification.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Three-service microservice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29260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React Frontend :3000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React 19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12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Redux Toolkit / RTK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96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Leaflet maps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Vite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649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WebSocket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HTTP
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0" cy="29260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Django Backend :8000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Django 6 REST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Django Channels (WS)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596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SimpleJWT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9809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SQLite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649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Background threads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23774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HTTP
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280160"/>
            <a:ext cx="3657600" cy="29260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28016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FastAPI AI :8001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8288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/classify — 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2128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/predict — failure prob.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596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/detect — Z-score anomaly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98094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Response &lt; 50ms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36499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Stateless microservice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34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Data Flow: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754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ATM/Channel → POST /api/logs/ingest/ → LogEntry saved → process_log() thread → [AI classify] → [Z-score detect] → Incident → Health Score → Alert → Self-Heal → Customer SMS → WebSocket broadcast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No Celery / Redis required — lightweight daemon threads handle all async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Modern, production-ready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41148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63FF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React 19 — latest concurrent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TypeScript — end-to-end type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0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Redux Toolkit + RTK Query — state &amp; API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832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React-Leaflet — interactive India ATM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19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Vite — sub-second HMR dev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Tailwind CSS — utility-first dark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0" cy="41148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Django 6 — batteries-included REST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Django REST Framework — serialization &amp; 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880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Django Channels — WebSocket support (ASGI)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3832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SimpleJWT — stateless JWT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88619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SQLite — zero-config embedded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891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threading.Thread — lightweight async processing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280160"/>
            <a:ext cx="3657600" cy="41148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28016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13716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AI /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8745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FastAPI + Uvicorn — high-performance AI microservice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37743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Rule-based classifier — 95%+ accuracy on known faults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288035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Z-score anomaly detection — no ML training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38327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Rolling window prediction — failure probability 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88619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Pydantic v2 — request/response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389119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Python 3.14 — latest CPython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AI Pipeline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Three AI modules, one unified intelligence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38404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/classify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Root Cause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Input: eventCode + logLevel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Maps to 8 root cause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712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Returns category + confidence +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552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NETWORK · SWITCH · SERVER · TIMEOUT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39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CASH_JAM · FRAUD · HARDWARE · UNKNOWN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Response time: &lt; 10ms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63440"/>
            <a:ext cx="3383280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B0F"/>
                </a:solidFill>
              </a:rPr>
              <a:t>Incident only created
if confidence ≥ 65%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280160"/>
            <a:ext cx="3657600" cy="38404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28016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/detect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691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Z-Score Anomaly Detector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103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Input: current 1h error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487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vs historical baseline mean/std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8712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Z-score threshold: 2.0σ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2552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Flags: RAPID_FAILURES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639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UNUSUAL_WITHDRAWAL etc.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023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Demo fallback: 5% 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663440"/>
            <a:ext cx="338328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4663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B0F"/>
                </a:solidFill>
              </a:rPr>
              <a:t>Works from first
minute of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1280160"/>
            <a:ext cx="3657600" cy="384048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28016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/predict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16916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Failure Probability Predictor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103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Input: health snapshot time-series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487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Rolling mean + variance + slope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87121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Outputs failure probability 0–1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25526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Used in AI Analysis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639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Per-ATM future risk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0233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No training data needed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4663440"/>
            <a:ext cx="338328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663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0B0F"/>
                </a:solidFill>
              </a:rPr>
              <a:t>Proactive, not
just reactive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Self-Healing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Automated remediation — no human in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772400" cy="41148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7724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Root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Human Needed?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7772400" cy="42062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874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SWITCH_NETWORK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87452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AUTO_RESOLVED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87452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❌ 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267712"/>
            <a:ext cx="7772400" cy="420624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313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SWITCH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3134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RESTART_SERVICE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1343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AUTO_RESOLVED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31343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❌ 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06624"/>
            <a:ext cx="7772400" cy="42062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523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7523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RESTART_SERVICE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75234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AUTO_RESOLVED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75234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❌ 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45536"/>
            <a:ext cx="7772400" cy="420624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9125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TIMEOUT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319125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FLUSH_CACHE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19125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AUTO_RESOLVED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19125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</a:rPr>
              <a:t>❌ 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584448"/>
            <a:ext cx="7772400" cy="42062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63016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FRAUD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6301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FREEZE_ATM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6301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Manual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63016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✅ 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23360"/>
            <a:ext cx="7772400" cy="420624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690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CASH_JAM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7440" y="406908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ALERT_ENGINEER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406908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Field Visit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069080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✅ 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62272"/>
            <a:ext cx="7772400" cy="420624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50799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HARDWARE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45079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ALERT_ENGINEER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63440" y="45079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Field Visit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50799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</a:rPr>
              <a:t>✅ Yes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1280160"/>
            <a:ext cx="3383280" cy="41148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03920" y="128016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536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57%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2212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of faults auto-resolved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6334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&lt; 2s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remediation 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43814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0 engineers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3822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for network/software faults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2428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24/7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4626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autonomous operation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</a:rPr>
              <a:t>Auto-resolved incidents have status AUTO_RESOLVED set in &lt; 2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Z-score statistical analysis on real-time error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Algorithm: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Z-score = (current_error_rate − historical_mean) / historical_std_dev     →    If Z &gt; 2.0 : FLAG as ANOMALY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5486400" cy="2743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54864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42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Detection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Compute current 1-hour error rate
• Compare against all historical logs (pre-window)
• If &lt; 5 baseline logs: use 5% mean / 1.5% std (demo default)
• Anomaly flagged if Z-score ≥ 2.0
• AnomalyFlag record created with type + 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5486400" cy="2743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5486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420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Anomaly Types 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RAPID_FAILURES — error rate spike
• UNUSUAL_WITHDRAWAL — transaction pattern anomaly
• CARD_SKIMMING — suspicious card read sequences
• MALWARE_PATTERN — unusual event code combinations
• All flagged with confidence score 0.0 – 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0B981"/>
                </a:solidFill>
              </a:rPr>
              <a:t>Works from first minute — no historical data required for demo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Health Score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Real-time ATM health computed from live log 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Health Score Algorithm (§11):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score = 100  −  min(40, error_rate × 100)  −  min(30, warns × 2)  −  (open_incidents × 15)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where error_rate = (errors + criticals × 2) / total_logs_in_last_1_hour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274320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27432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Network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Connectivity &amp; routing 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743200"/>
            <a:ext cx="274320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743200"/>
            <a:ext cx="27432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</a:rPr>
              <a:t>Hardware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Physical components health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274320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743200"/>
            <a:ext cx="27432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Software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OS + application stability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35440" y="2743200"/>
            <a:ext cx="2743200" cy="100584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2743200"/>
            <a:ext cx="27432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834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Transaction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Payment success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Overall health = mean of 4 sub-scores. Each INFO log +2 pts recovery. Each CRITICAL -10 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ATM Status Thresholds: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37760"/>
            <a:ext cx="3474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Score ≥ 75  →  ONLINE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937760"/>
            <a:ext cx="3474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0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Score 30–74  →  DEGRADED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4937760"/>
            <a:ext cx="3474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9377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Score &lt; 30  →  OFFLINE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Real-time fleet intelligence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22860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KPI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Total ATMs in fleet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0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Online / Degraded / Offline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780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Open incidents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Average health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72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Auto-refresh every 30s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80160"/>
            <a:ext cx="3657600" cy="22860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657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ATM Network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India-only Leaflet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30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Color-coded markers by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4780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Click → side panel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Click → full ATM detail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172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Real-time marker updates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280160"/>
            <a:ext cx="3657600" cy="22860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28016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Health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17830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Fleet-wide health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1305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Online / Degraded / Offline bars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4780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Top 5 worst ATMs 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82549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Health trend over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17296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Polled every 30 seconds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40480"/>
            <a:ext cx="3657600" cy="22860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84048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Incident Feed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Live recent incidents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90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Severity color-coded badges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383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One-click resolve button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85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AI root cause displayed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733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Self-heal action shown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840480"/>
            <a:ext cx="3657600" cy="22860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06240" y="3840480"/>
            <a:ext cx="36576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Self-Heal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4343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Recent auto-remediation 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4690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Action type + outcome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0383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Linked to source incident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80" y="5385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Timestamp + ATM name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733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Filter by action type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3840480"/>
            <a:ext cx="3657600" cy="22860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3840480"/>
            <a:ext cx="3657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AI Pipeline Feed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343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Last 40 processed log events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4690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Classification + confidence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0383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Incident created indicator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5385816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Self-heal action column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38160" y="57332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REST poll every 3 seconds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Multilingual Customer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India's 8 major languages, automated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594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743200" cy="594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54864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हिन्दी (Hindi)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2743200" cy="594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தமிழ் (Tamil)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2743200" cy="594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128016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తెలుగు (Telugu)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57400"/>
            <a:ext cx="2743200" cy="594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057400"/>
            <a:ext cx="54864" cy="5943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ಕನ್ನಡ (Kannada)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057400"/>
            <a:ext cx="2743200" cy="594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2057400"/>
            <a:ext cx="54864" cy="5943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मराठी (Marathi)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057400"/>
            <a:ext cx="2743200" cy="594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2057400"/>
            <a:ext cx="54864" cy="594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বাংলা (Bengali)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057400"/>
            <a:ext cx="2743200" cy="594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2057400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21488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ગુજરાતી (Gujarati)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108960"/>
            <a:ext cx="11430000" cy="18288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108960"/>
            <a:ext cx="114300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40 Message Templates (8 languages × 5 incident types):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atm_offline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upi_timeout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59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card_decline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19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network_failure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611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cash_jam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</a:rPr>
              <a:t>Templates seeded via: python manage.py seed_templates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120640"/>
            <a:ext cx="11430000" cy="1097280"/>
          </a:xfrm>
          <a:prstGeom prst="rect">
            <a:avLst/>
          </a:prstGeom>
          <a:solidFill>
            <a:srgbClr val="06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120640"/>
            <a:ext cx="114300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📱 Example (English): Dear customer, ATM INC-3F8A1B2C at Chennai Main Branch is temporarily offline. Our team has been notified and is working to restore service. We apologize for the inconvenience.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 Models &amp; API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31 REST endpoints, 10 data models, 100% connected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Core Data Models: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ATM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id, name, location, status, healthScore, networkScore, hardwareScore, softwareScore, transactionScore, lat/lon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85416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LogEntry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2311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sourceId (UUID), sourceType, logLevel, eventCode, message, processed, timestamp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79192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7249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incidentId, title, severity, status, rootCauseCategory, aiConfidence, triggeringLogId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72968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HealthSnapshot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2186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sourceId, healthScore, status, sub-scores, timestamp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66744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1246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71246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incidentId, alertType, title, severity, acknowledged, sentAt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206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SelfHealAction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incidentId, actionType, triggeredBy, status,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54296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0001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AnomalyFlag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70001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sourceId, anomalyType, confidenceScore, status, description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48072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1937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MessageTemplate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193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templateKey, language, channel, body — unique(key+lang+channel)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41848"/>
            <a:ext cx="11247120" cy="4572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68756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CustomerNotification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56875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</a:rPr>
              <a:t>recipientId, channel, message, language, status, sentAt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</a:rPr>
              <a:t>31 API endpoints · 31 RTK Query hooks · 100% matched (no orphaned endpoints)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What PULSE delivers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1737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0B981"/>
                </a:solidFill>
              </a:rPr>
              <a:t>&lt; 2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End-to-end pipeline
latency (ingest → notify)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657600" cy="1737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657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6C63FF"/>
                </a:solidFill>
              </a:rPr>
              <a:t>57%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240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Faults auto-resolved
without human intervention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371600"/>
            <a:ext cx="3657600" cy="1737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087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D4FF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Languages supported
for customer SMS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83280"/>
            <a:ext cx="3657600" cy="1737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36576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59E0B"/>
                </a:solidFill>
              </a:rPr>
              <a:t>3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Services: classify +
predict + detect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383280"/>
            <a:ext cx="3657600" cy="1737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383280"/>
            <a:ext cx="3657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520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6C63FF"/>
                </a:solidFill>
              </a:rP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2519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Message templates
seeded across languages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383280"/>
            <a:ext cx="3657600" cy="173736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38328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520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0B981"/>
                </a:solidFill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Redis/Celery dependencies
(pure Python threading)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4A3B8"/>
                </a:solidFill>
              </a:rPr>
              <a:t>Fully functional end-to-end demo: ATM → Log → AI → Incident → Self-Heal → Customer SMS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PULSE — Redefining ATM intelligence for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45720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End-to-end ATM monitoring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AI root cause classifier (3 services)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Autonomous self-healing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Z-score anomaly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Health score with 4 dimensions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Real-time React dashboard + Leaflet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40 multilingual notification templates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09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JWT auth + RTK Query + WebSocket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Synthetic data simulator for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532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31 REST API endpoints, 100% connected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5486400" cy="4572000"/>
          </a:xfrm>
          <a:prstGeom prst="rect">
            <a:avLst/>
          </a:prstGeom>
          <a:solidFill>
            <a:srgbClr val="16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5486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Future Roadmap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v2 — ML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8288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Train on real ATM fault datasets (LSTM/XGBoost)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31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v2 — Redis Pub/Sub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331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Replace InMemoryChannelLayer for true WebSocket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346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v2 — Mobile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834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React Native app for field engineers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337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v3 — Edge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337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Deploy classifier on-device at ATM controller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404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v3 — Predictive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8404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72-hour failure prediction from sensor telemetry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43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v3 — Multi-bank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343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SaaS platform — serve 100+ banks on single infra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846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v3 — WhatsApp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WhatsApp Business API for customer notifications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PULSE — Detect · Classify · Heal · Notify · Repeat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